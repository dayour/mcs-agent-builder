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CEO Townhall — July Cut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Teammate — Elevate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Company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Revenue: $47.2M YTD, +18% YoY</a:t>
            </a:r>
          </a:p>
          <a:p>
            <a:pPr lvl="1"/>
            <a:r>
              <a:t>New customers: 142 in Q1</a:t>
            </a:r>
          </a:p>
          <a:p>
            <a:pPr lvl="1"/>
            <a:r>
              <a:t>NPS: 67 (+4 from last quarter)</a:t>
            </a:r>
          </a:p>
          <a:p>
            <a:pPr lvl="1"/>
            <a:r>
              <a:t>Headcount: 312 globally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Priorities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EMEA expansion approved for Q3 2026</a:t>
            </a:r>
          </a:p>
          <a:p>
            <a:pPr lvl="1"/>
            <a:r>
              <a:t>AI Teammate platform reaching 100-day milestone</a:t>
            </a:r>
          </a:p>
          <a:p>
            <a:pPr lvl="1"/>
            <a:r>
              <a:t>Compliance framework upgrade underway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Looking Ahead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Q2 product launches: 3 major features</a:t>
            </a:r>
          </a:p>
          <a:p>
            <a:pPr lvl="1"/>
            <a:r>
              <a:t>Hiring plan: +25 FTE by end of Q2</a:t>
            </a:r>
          </a:p>
          <a:p>
            <a:pPr lvl="1"/>
            <a:r>
              <a:t>Board meeting: April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