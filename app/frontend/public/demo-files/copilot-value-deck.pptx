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M365 Companion — Copilot Value Walking Deck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AI Teammate — Elevate Demo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Opportunity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Microsoft 365 Copilot reaches 1M+ enterprise users</a:t>
            </a:r>
          </a:p>
          <a:p>
            <a:pPr lvl="1"/>
            <a:r>
              <a:t>AI-assisted workflows saving 4+ hours/week per user</a:t>
            </a:r>
          </a:p>
          <a:p>
            <a:pPr lvl="1"/>
            <a:r>
              <a:t>Elevate extends Copilot with AI Teammates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Value Proposition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Reduce repetitive task time by up to 40%</a:t>
            </a:r>
          </a:p>
          <a:p>
            <a:pPr lvl="1"/>
            <a:r>
              <a:t>Surface the right information at the right time</a:t>
            </a:r>
          </a:p>
          <a:p>
            <a:pPr lvl="1"/>
            <a:r>
              <a:t>Seamless integration with existing M365 workflows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Customer Results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Contoso: 30% reduction in compliance prep time</a:t>
            </a:r>
          </a:p>
          <a:p>
            <a:pPr lvl="1"/>
            <a:r>
              <a:t>Fabrikam: 25% faster onboarding cycle</a:t>
            </a:r>
          </a:p>
          <a:p>
            <a:pPr lvl="1"/>
            <a:r>
              <a:t>Northwind: 18% WoW growth in Copilot adoption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