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Launch Event Highlights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Teammate — Elevate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350+ attendees across 3 cities</a:t>
            </a:r>
          </a:p>
          <a:p>
            <a:pPr lvl="1"/>
            <a:r>
              <a:t>12 product demos delivered</a:t>
            </a:r>
          </a:p>
          <a:p>
            <a:pPr lvl="1"/>
            <a:r>
              <a:t>28 press mentions in first 48 hours</a:t>
            </a:r>
          </a:p>
          <a:p>
            <a:pPr lvl="1"/>
            <a:r>
              <a:t>4.8/5 attendee satisfaction score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Announcements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Teammate Day 100 experience unveiled</a:t>
            </a:r>
          </a:p>
          <a:p>
            <a:pPr lvl="1"/>
            <a:r>
              <a:t>New enterprise compliance suite</a:t>
            </a:r>
          </a:p>
          <a:p>
            <a:pPr lvl="1"/>
            <a:r>
              <a:t>EMEA availability announced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Follow-up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Send recording to all registrants</a:t>
            </a:r>
          </a:p>
          <a:p>
            <a:pPr lvl="1"/>
            <a:r>
              <a:t>Publish recap blog post by Friday</a:t>
            </a:r>
          </a:p>
          <a:p>
            <a:pPr lvl="1"/>
            <a:r>
              <a:t>Schedule 1:1s with key prospects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