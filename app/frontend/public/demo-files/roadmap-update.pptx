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Roadmap — Q2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Teammate — Elevate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AI Teammate Day 100 experience</a:t>
            </a:r>
          </a:p>
          <a:p>
            <a:pPr lvl="1"/>
            <a:r>
              <a:t>Complete notification system overhaul</a:t>
            </a:r>
          </a:p>
          <a:p>
            <a:pPr lvl="1"/>
            <a:r>
              <a:t>Ship evaluation framework v2</a:t>
            </a:r>
          </a:p>
          <a:p>
            <a:pPr lvl="1"/>
            <a:r>
              <a:t>Accessibility audit and remediation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Moved interview mode to Q3 based on research findings</a:t>
            </a:r>
          </a:p>
          <a:p>
            <a:pPr lvl="1"/>
            <a:r>
              <a:t>Accelerated DW overview work to align with sales cycle</a:t>
            </a:r>
          </a:p>
          <a:p>
            <a:pPr lvl="1"/>
            <a:r>
              <a:t>Added compliance milestone per legal 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100 feature dependent on Dexter API availability</a:t>
            </a:r>
          </a:p>
          <a:p>
            <a:pPr lvl="1"/>
            <a:r>
              <a:t>Notification work blocked on design sign-off (Sophie)</a:t>
            </a:r>
          </a:p>
          <a:p>
            <a:pPr lvl="1"/>
            <a:r>
              <a:t>Compliance milestone needs external audit vendor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